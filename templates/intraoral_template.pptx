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7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K_TOP"/>
          <p:cNvSpPr/>
          <p:nvPr/>
        </p:nvSpPr>
        <p:spPr>
          <a:xfrm>
            <a:off x="0" y="0"/>
            <a:ext cx="9144000" cy="9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SK_R1_L"/>
          <p:cNvSpPr/>
          <p:nvPr/>
        </p:nvSpPr>
        <p:spPr>
          <a:xfrm>
            <a:off x="0" y="9000"/>
            <a:ext cx="3060000" cy="226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MASK_R1_R"/>
          <p:cNvSpPr/>
          <p:nvPr/>
        </p:nvSpPr>
        <p:spPr>
          <a:xfrm>
            <a:off x="6084000" y="9000"/>
            <a:ext cx="3059999" cy="226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ASK_S1"/>
          <p:cNvSpPr/>
          <p:nvPr/>
        </p:nvSpPr>
        <p:spPr>
          <a:xfrm>
            <a:off x="0" y="2277000"/>
            <a:ext cx="9144000" cy="1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ASK_R2_A"/>
          <p:cNvSpPr/>
          <p:nvPr/>
        </p:nvSpPr>
        <p:spPr>
          <a:xfrm>
            <a:off x="0" y="2295000"/>
            <a:ext cx="18000" cy="226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SK_R2_B"/>
          <p:cNvSpPr/>
          <p:nvPr/>
        </p:nvSpPr>
        <p:spPr>
          <a:xfrm>
            <a:off x="3042000" y="2295000"/>
            <a:ext cx="18000" cy="226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ASK_R2_C"/>
          <p:cNvSpPr/>
          <p:nvPr/>
        </p:nvSpPr>
        <p:spPr>
          <a:xfrm>
            <a:off x="6084000" y="2295000"/>
            <a:ext cx="18000" cy="226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SK_R2_D"/>
          <p:cNvSpPr/>
          <p:nvPr/>
        </p:nvSpPr>
        <p:spPr>
          <a:xfrm>
            <a:off x="9126000" y="2295000"/>
            <a:ext cx="17999" cy="226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ASK_S2"/>
          <p:cNvSpPr/>
          <p:nvPr/>
        </p:nvSpPr>
        <p:spPr>
          <a:xfrm>
            <a:off x="0" y="4563000"/>
            <a:ext cx="9144000" cy="1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SK_R3_L"/>
          <p:cNvSpPr/>
          <p:nvPr/>
        </p:nvSpPr>
        <p:spPr>
          <a:xfrm>
            <a:off x="0" y="4581000"/>
            <a:ext cx="3060000" cy="226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ASK_R3_R"/>
          <p:cNvSpPr/>
          <p:nvPr/>
        </p:nvSpPr>
        <p:spPr>
          <a:xfrm>
            <a:off x="6084000" y="4581000"/>
            <a:ext cx="3059999" cy="226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SK_BOTTOM"/>
          <p:cNvSpPr/>
          <p:nvPr/>
        </p:nvSpPr>
        <p:spPr>
          <a:xfrm>
            <a:off x="0" y="6849000"/>
            <a:ext cx="9144000" cy="9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LOT_UPPER"/>
          <p:cNvSpPr/>
          <p:nvPr/>
        </p:nvSpPr>
        <p:spPr>
          <a:xfrm>
            <a:off x="3060000" y="9000"/>
            <a:ext cx="3024000" cy="2268000"/>
          </a:xfrm>
          <a:prstGeom prst="rect">
            <a:avLst/>
          </a:prstGeom>
          <a:noFill/>
          <a:ln w="9525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88888"/>
                </a:solidFill>
              </a:rPr>
              <a:t>UPPER</a:t>
            </a:r>
          </a:p>
        </p:txBody>
      </p:sp>
      <p:sp>
        <p:nvSpPr>
          <p:cNvPr id="15" name="SLOT_LEFT"/>
          <p:cNvSpPr/>
          <p:nvPr/>
        </p:nvSpPr>
        <p:spPr>
          <a:xfrm>
            <a:off x="18000" y="2295000"/>
            <a:ext cx="3024000" cy="2268000"/>
          </a:xfrm>
          <a:prstGeom prst="rect">
            <a:avLst/>
          </a:prstGeom>
          <a:noFill/>
          <a:ln w="9525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88888"/>
                </a:solidFill>
              </a:rPr>
              <a:t>LEFT</a:t>
            </a:r>
          </a:p>
        </p:txBody>
      </p:sp>
      <p:sp>
        <p:nvSpPr>
          <p:cNvPr id="16" name="SLOT_FRONT"/>
          <p:cNvSpPr/>
          <p:nvPr/>
        </p:nvSpPr>
        <p:spPr>
          <a:xfrm>
            <a:off x="3060000" y="2295000"/>
            <a:ext cx="3024000" cy="2268000"/>
          </a:xfrm>
          <a:prstGeom prst="rect">
            <a:avLst/>
          </a:prstGeom>
          <a:noFill/>
          <a:ln w="9525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88888"/>
                </a:solidFill>
              </a:rPr>
              <a:t>FRONT</a:t>
            </a:r>
          </a:p>
        </p:txBody>
      </p:sp>
      <p:sp>
        <p:nvSpPr>
          <p:cNvPr id="17" name="SLOT_RIGHT"/>
          <p:cNvSpPr/>
          <p:nvPr/>
        </p:nvSpPr>
        <p:spPr>
          <a:xfrm>
            <a:off x="6102000" y="2295000"/>
            <a:ext cx="3024000" cy="2268000"/>
          </a:xfrm>
          <a:prstGeom prst="rect">
            <a:avLst/>
          </a:prstGeom>
          <a:noFill/>
          <a:ln w="9525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88888"/>
                </a:solidFill>
              </a:rPr>
              <a:t>RIGHT</a:t>
            </a:r>
          </a:p>
        </p:txBody>
      </p:sp>
      <p:sp>
        <p:nvSpPr>
          <p:cNvPr id="18" name="SLOT_LOWER"/>
          <p:cNvSpPr/>
          <p:nvPr/>
        </p:nvSpPr>
        <p:spPr>
          <a:xfrm>
            <a:off x="3060000" y="4581000"/>
            <a:ext cx="3024000" cy="2268000"/>
          </a:xfrm>
          <a:prstGeom prst="rect">
            <a:avLst/>
          </a:prstGeom>
          <a:noFill/>
          <a:ln w="9525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88888"/>
                </a:solidFill>
              </a:rPr>
              <a:t>LOWER</a:t>
            </a:r>
          </a:p>
        </p:txBody>
      </p:sp>
      <p:sp>
        <p:nvSpPr>
          <p:cNvPr id="19" name="INFO_BOX"/>
          <p:cNvSpPr txBox="1"/>
          <p:nvPr/>
        </p:nvSpPr>
        <p:spPr>
          <a:xfrm>
            <a:off x="144000" y="144000"/>
            <a:ext cx="8707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Arial"/>
              </a:rPr>
              <a:t>template</a:t>
            </a:r>
            <a:endParaRPr sz="140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Office PowerPoint</Application>
  <PresentationFormat>화면 슬라이드 쇼(4:3)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조현진</cp:lastModifiedBy>
  <cp:revision>2</cp:revision>
  <dcterms:created xsi:type="dcterms:W3CDTF">2013-01-27T09:14:16Z</dcterms:created>
  <dcterms:modified xsi:type="dcterms:W3CDTF">2026-07-10T02:24:41Z</dcterms:modified>
  <cp:category/>
</cp:coreProperties>
</file>