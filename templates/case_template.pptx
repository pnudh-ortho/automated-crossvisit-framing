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350" r:id="rId2"/>
    <p:sldId id="2496" r:id="rId3"/>
    <p:sldId id="2497" r:id="rId4"/>
    <p:sldId id="2431" r:id="rId5"/>
    <p:sldId id="2499" r:id="rId6"/>
    <p:sldId id="2500" r:id="rId7"/>
    <p:sldId id="1917" r:id="rId8"/>
    <p:sldId id="2509" r:id="rId9"/>
    <p:sldId id="2510" r:id="rId10"/>
    <p:sldId id="2503" r:id="rId11"/>
    <p:sldId id="2504" r:id="rId12"/>
    <p:sldId id="1642" r:id="rId13"/>
    <p:sldId id="2505" r:id="rId14"/>
    <p:sldId id="2506" r:id="rId15"/>
    <p:sldId id="1659" r:id="rId16"/>
    <p:sldId id="1911" r:id="rId17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750">
          <p15:clr>
            <a:srgbClr val="A4A3A4"/>
          </p15:clr>
        </p15:guide>
        <p15:guide id="4" pos="1406">
          <p15:clr>
            <a:srgbClr val="A4A3A4"/>
          </p15:clr>
        </p15:guide>
        <p15:guide id="5" pos="435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78" autoAdjust="0"/>
    <p:restoredTop sz="96217" autoAdjust="0"/>
  </p:normalViewPr>
  <p:slideViewPr>
    <p:cSldViewPr snapToGrid="0" snapToObjects="1">
      <p:cViewPr varScale="1">
        <p:scale>
          <a:sx n="108" d="100"/>
          <a:sy n="108" d="100"/>
        </p:scale>
        <p:origin x="1662" y="120"/>
      </p:cViewPr>
      <p:guideLst>
        <p:guide orient="horz" pos="2160"/>
        <p:guide pos="2880"/>
        <p:guide orient="horz" pos="2750"/>
        <p:guide pos="1406"/>
        <p:guide pos="435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8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FC344E3-5C32-4857-85EC-1F6B9FC539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>
                <a:ea typeface="굴림" panose="020B0600000101010101" pitchFamily="50" charset="-127"/>
                <a:cs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ACA7A6-88DB-4E86-90A5-4EE89B329EC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ea typeface="굴림" panose="020B0600000101010101" pitchFamily="50" charset="-127"/>
                <a:cs typeface="맑은 고딕" panose="020B0503020000020004" pitchFamily="50" charset="-127"/>
              </a:defRPr>
            </a:lvl1pPr>
          </a:lstStyle>
          <a:p>
            <a:pPr>
              <a:defRPr/>
            </a:pPr>
            <a:fld id="{4E06348E-6474-4DF1-BE6D-951C372CF69F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15570CB6-3802-4EC2-9DA2-EE8973379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AE84B59A-08B1-4407-A3AB-66C9ED97A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 편집
둘째 수준
셋째 수준
넷째 수준
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4DF84D-C939-4825-B0B6-22919746DB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>
                <a:ea typeface="굴림" panose="020B0600000101010101" pitchFamily="50" charset="-127"/>
                <a:cs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DAF030-481A-4C7A-9BC9-72D23F32C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ea typeface="굴림" panose="020B0600000101010101" pitchFamily="50" charset="-127"/>
                <a:cs typeface="맑은 고딕" panose="020B0503020000020004" pitchFamily="50" charset="-127"/>
              </a:defRPr>
            </a:lvl1pPr>
          </a:lstStyle>
          <a:p>
            <a:pPr>
              <a:defRPr/>
            </a:pPr>
            <a:fld id="{328B714A-B572-414E-BF22-E804F1B36A1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 panose="020B0503020000020004" pitchFamily="50" charset="-127"/>
      </a:defRPr>
    </a:lvl1pPr>
    <a:lvl2pPr marL="742950" indent="-28575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 panose="020B0503020000020004" pitchFamily="50" charset="-127"/>
      </a:defRPr>
    </a:lvl2pPr>
    <a:lvl3pPr marL="1143000" indent="-228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 panose="020B0503020000020004" pitchFamily="50" charset="-127"/>
      </a:defRPr>
    </a:lvl3pPr>
    <a:lvl4pPr marL="1600200" indent="-228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 panose="020B0503020000020004" pitchFamily="50" charset="-127"/>
      </a:defRPr>
    </a:lvl4pPr>
    <a:lvl5pPr marL="2057400" indent="-228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 panose="020B0503020000020004" pitchFamily="50" charset="-127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EDDEEEC4-F8F9-46A1-B808-8D6DB0CEA7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F3404E3-6C3D-4DAB-87C7-9E31B20C2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1800">
                <a:solidFill>
                  <a:srgbClr val="000000"/>
                </a:solidFill>
                <a:ea typeface="굴림" panose="020B0600000101010101" pitchFamily="50" charset="-127"/>
              </a:rPr>
              <a:t>- 필요시 #12,22 torque 조절 위해 double wire 적용 고려</a:t>
            </a:r>
            <a:endParaRPr lang="en-US" altLang="ko-KR" sz="1800">
              <a:solidFill>
                <a:srgbClr val="000000"/>
              </a:solidFill>
              <a:latin typeface="바탕" panose="02030600000101010101" pitchFamily="18" charset="-127"/>
              <a:ea typeface="굴림" panose="020B0600000101010101" pitchFamily="50" charset="-127"/>
            </a:endParaRPr>
          </a:p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82161D34-E2B4-4696-89CB-D6BA86F5F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BE52BF3-EA1C-4BEB-A2EE-1B82B59321FB}" type="slidenum">
              <a:rPr lang="ko-KR" altLang="en-US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이미지 개체 틀 1">
            <a:extLst>
              <a:ext uri="{FF2B5EF4-FFF2-40B4-BE49-F238E27FC236}">
                <a16:creationId xmlns:a16="http://schemas.microsoft.com/office/drawing/2014/main" id="{2F16C734-6D2E-420D-84E7-83C25BCF1C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슬라이드 노트 개체 틀 2">
            <a:extLst>
              <a:ext uri="{FF2B5EF4-FFF2-40B4-BE49-F238E27FC236}">
                <a16:creationId xmlns:a16="http://schemas.microsoft.com/office/drawing/2014/main" id="{6497F3AD-C06C-41F9-A3F0-F826215CC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1800">
                <a:solidFill>
                  <a:srgbClr val="000000"/>
                </a:solidFill>
                <a:ea typeface="굴림" panose="020B0600000101010101" pitchFamily="50" charset="-127"/>
              </a:rPr>
              <a:t>- 필요시 #12,22 torque 조절 위해 double wire 적용 고려</a:t>
            </a:r>
            <a:endParaRPr lang="en-US" altLang="ko-KR" sz="1800">
              <a:solidFill>
                <a:srgbClr val="000000"/>
              </a:solidFill>
              <a:latin typeface="바탕" panose="02030600000101010101" pitchFamily="18" charset="-127"/>
              <a:ea typeface="굴림" panose="020B0600000101010101" pitchFamily="50" charset="-127"/>
            </a:endParaRPr>
          </a:p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4" name="슬라이드 번호 개체 틀 3">
            <a:extLst>
              <a:ext uri="{FF2B5EF4-FFF2-40B4-BE49-F238E27FC236}">
                <a16:creationId xmlns:a16="http://schemas.microsoft.com/office/drawing/2014/main" id="{7A118329-70B7-4CCD-A06F-C58DB4F09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4FB1C2D-E10A-4CDE-B065-342F8AC2BA6B}" type="slidenum">
              <a:rPr lang="ko-KR" altLang="en-US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D5190C4D-1CBA-4784-A200-C58C9F336F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E4A92F03-CE58-454F-9BC5-67401EABF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1800">
                <a:solidFill>
                  <a:srgbClr val="000000"/>
                </a:solidFill>
                <a:ea typeface="굴림" panose="020B0600000101010101" pitchFamily="50" charset="-127"/>
              </a:rPr>
              <a:t>- 필요시 #12,22 torque 조절 위해 double wire 적용 고려</a:t>
            </a:r>
            <a:endParaRPr lang="en-US" altLang="ko-KR" sz="1800">
              <a:solidFill>
                <a:srgbClr val="000000"/>
              </a:solidFill>
              <a:latin typeface="바탕" panose="02030600000101010101" pitchFamily="18" charset="-127"/>
              <a:ea typeface="굴림" panose="020B0600000101010101" pitchFamily="50" charset="-127"/>
            </a:endParaRPr>
          </a:p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409E060E-2B45-44AA-9B5B-B6AF82511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8F32C61-8D09-4061-BCB4-39D574A04486}" type="slidenum">
              <a:rPr lang="ko-KR" altLang="en-US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</a:t>
            </a:fld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7756A9DA-0156-4B6D-BF61-175FF094D4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75C306A0-7109-4000-9DF1-EABDDDF8AD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ko-KR" altLang="en-US">
                <a:ea typeface="굴림" panose="020B0600000101010101" pitchFamily="50" charset="-127"/>
              </a:rPr>
              <a:t>십자선을 항상 포함시키기</a:t>
            </a:r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D94675D3-F56B-4E17-9AB1-99EBCCD1F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B330BA6-D7D1-4BC1-8E01-E4CC1BE49946}" type="slidenum"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15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82D16677-46E7-4184-8B1F-E47FE55C9A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A1FB90D5-3E16-48A3-BB3B-1BE1D81E38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3DBEA616-19FD-43CB-BF0A-9ABC00E71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93026A9-38F0-4915-8B16-32883CB60075}" type="slidenum"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16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3C0-9014-4EF9-A6BD-BC876271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0F8D15-070D-4201-8E70-4F036C32D579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30D1C8-B84C-4402-833C-CD78776B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C879A-9513-4195-83C2-A3038BA8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8FFC8E-7E77-4830-A8F5-974D70B0AF8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582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9B9181-C3ED-4809-96C2-50C87F4C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4984E-B5E6-467E-BF1B-6B409953A421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F1FF35-1AE0-4A8F-83A1-CF5614738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7739A2-69CB-4AC1-90B5-4B21AB9F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FAA7E-5C6E-45B4-A272-9213EC22FFE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86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E06206-6215-4946-9E53-753F2C3F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1D3EB7-A722-40AE-8BB0-7DBC6FCB2210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C8ED77-AB6A-4955-8B03-B1AD07611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7E4B4E-ED53-44B5-AABA-5459C558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647DD-7347-4547-AD8A-B0B541034E7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94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4FE5F34-139B-4B3E-9AEB-0A1BB2ABE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5B551-A78D-43B7-925F-D5A91560EB20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1E274C2-1A98-44B5-B9C6-56AB0F98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1B06716-45BE-4F61-8A0A-5D22F5D2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2F59E-B705-441D-81D3-83B52A300EF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7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75EA619C-EAD4-4FA6-9499-EAF5D2409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0BE34-4EA2-4059-B5CD-4B148FE687A7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BC33CA88-99B3-44A8-839D-99C73561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8C55E710-2EDE-4A4F-A6EE-128251AB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AC62E-0D59-456F-8E58-19E15B1E55E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790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6AD50FA2-6BF9-441F-847B-FDBA9378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48714-2758-4E7D-AA29-924AD5C352C5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FAF6FA03-FC46-495A-8D25-366A3522B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90D7C45-A65E-4858-816E-073FD495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95E1BB-A8F0-4F46-9D20-472B3F952A8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749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7CBD0A59-6746-4D87-9913-BA6EFE2D9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6CBE7-34F7-450B-8ABC-F6411E85F015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1F3904AA-70FB-4626-A571-16242CA6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484A2DE-4FCE-4459-9870-4B63470C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E075EE-EAE0-48A8-A2A9-18915250A34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37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23E05EE-9530-4A05-9556-589030722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47FF1-753B-4001-AE13-869AAB77035E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C85F5B8-E6FA-43B1-950B-669404C5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7596D55-D4C8-4A30-8510-06FDF7DA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9EDEF-399B-4FB8-A754-CABFB6E7FE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09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5E184FC-9654-48D8-BF89-51A86B307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5A930-1555-4C3D-8A16-259DFF84FB8F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EA28ABC-2682-4F8B-BA0D-C90AEC2A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2F4DB4C-9386-4650-920D-1DDEAF48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41322-8F04-4DD8-AADC-C43CDB2C994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16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A14AE1-F4B7-490C-AB59-1326CE28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794AA5-DE0D-48E6-A065-F3DB00BA0CFA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9F69F0-7579-45C4-ADF0-BB5D2645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0D9C27-11A5-42AD-AA48-5E3C86E7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A22047-BD8E-477C-9BC7-324AA22C7FA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481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03B2A8-3EF6-4DF4-B1B1-1A883C12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C4134-D135-4988-A723-4D11A171BD6C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B6C9D-9D8F-4710-98F2-EC7EDA85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C621E-96D5-46D6-A7E9-7BD55D1C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58BA72-1AB8-4F99-AA74-6440E4D2995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835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FC17B636-FD41-4431-BEB6-AE3A0E0A514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718E03E6-9CCE-449B-915B-213C858554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50A550-B70B-49A6-AA35-2C8566B6C4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solidFill>
                  <a:srgbClr val="898989"/>
                </a:solidFill>
                <a:ea typeface="굴림" panose="020B0600000101010101" pitchFamily="50" charset="-127"/>
                <a:cs typeface="맑은 고딕" panose="020B0503020000020004" pitchFamily="50" charset="-127"/>
              </a:defRPr>
            </a:lvl1pPr>
          </a:lstStyle>
          <a:p>
            <a:pPr>
              <a:defRPr/>
            </a:pPr>
            <a:fld id="{865BE73D-6B34-4AB0-AA64-20EF7C7A9E65}" type="datetimeFigureOut">
              <a:rPr lang="ko-KR" altLang="en-US"/>
              <a:pPr>
                <a:defRPr/>
              </a:pPr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034CF6-2F7A-421E-BA94-196C9DEC3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200">
                <a:solidFill>
                  <a:srgbClr val="898989"/>
                </a:solidFill>
                <a:ea typeface="굴림" panose="020B0600000101010101" pitchFamily="50" charset="-127"/>
                <a:cs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C44C40-A057-4B4C-8946-2306E533E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solidFill>
                  <a:srgbClr val="898989"/>
                </a:solidFill>
                <a:ea typeface="굴림" panose="020B0600000101010101" pitchFamily="50" charset="-127"/>
                <a:cs typeface="맑은 고딕" panose="020B0503020000020004" pitchFamily="50" charset="-127"/>
              </a:defRPr>
            </a:lvl1pPr>
          </a:lstStyle>
          <a:p>
            <a:pPr>
              <a:defRPr/>
            </a:pPr>
            <a:fld id="{78351621-E8AD-4955-90C3-6667D515B15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맑은 고딕" panose="020B0503020000020004" pitchFamily="50" charset="-127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맑은 고딕" panose="020B0503020000020004" pitchFamily="50" charset="-127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맑은 고딕" panose="020B0503020000020004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맑은 고딕" panose="020B0503020000020004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맑은 고딕" panose="020B0503020000020004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맑은 고딕" panose="020B0503020000020004" pitchFamily="50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부제목 2">
            <a:extLst>
              <a:ext uri="{FF2B5EF4-FFF2-40B4-BE49-F238E27FC236}">
                <a16:creationId xmlns:a16="http://schemas.microsoft.com/office/drawing/2014/main" id="{8EBBEEE7-6214-499B-85E3-E92CCAD8C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750" y="549275"/>
            <a:ext cx="8572500" cy="6149975"/>
          </a:xfrm>
        </p:spPr>
        <p:txBody>
          <a:bodyPr/>
          <a:lstStyle/>
          <a:p>
            <a:pPr algn="l" eaLnBrk="1" hangingPunct="1"/>
            <a:endParaRPr lang="en-US" altLang="ko-KR" sz="2400">
              <a:solidFill>
                <a:schemeClr val="bg1"/>
              </a:solidFill>
              <a:ea typeface="굴림" panose="020B0600000101010101" pitchFamily="50" charset="-127"/>
            </a:endParaRPr>
          </a:p>
          <a:p>
            <a:pPr algn="l" eaLnBrk="1" hangingPunct="1"/>
            <a:r>
              <a:rPr lang="en-US" altLang="ko-KR" sz="4000">
                <a:solidFill>
                  <a:schemeClr val="bg1"/>
                </a:solidFill>
                <a:ea typeface="굴림" panose="020B0600000101010101" pitchFamily="50" charset="-127"/>
              </a:rPr>
              <a:t>Hospital No. </a:t>
            </a:r>
          </a:p>
          <a:p>
            <a:pPr algn="l" eaLnBrk="1" hangingPunct="1"/>
            <a:endParaRPr lang="en-US" altLang="ko-KR" sz="4000">
              <a:solidFill>
                <a:schemeClr val="bg1"/>
              </a:solidFill>
              <a:ea typeface="굴림" panose="020B0600000101010101" pitchFamily="50" charset="-127"/>
            </a:endParaRPr>
          </a:p>
          <a:p>
            <a:pPr algn="l" eaLnBrk="1" hangingPunct="1"/>
            <a:r>
              <a:rPr lang="en-US" altLang="ko-KR" sz="4000">
                <a:solidFill>
                  <a:schemeClr val="bg1"/>
                </a:solidFill>
                <a:ea typeface="굴림" panose="020B0600000101010101" pitchFamily="50" charset="-127"/>
              </a:rPr>
              <a:t>Case No. </a:t>
            </a:r>
          </a:p>
          <a:p>
            <a:pPr algn="l" eaLnBrk="1" hangingPunct="1"/>
            <a:endParaRPr lang="en-US" altLang="ko-KR" sz="4000">
              <a:solidFill>
                <a:schemeClr val="bg1"/>
              </a:solidFill>
              <a:ea typeface="굴림" panose="020B0600000101010101" pitchFamily="50" charset="-127"/>
            </a:endParaRPr>
          </a:p>
          <a:p>
            <a:pPr algn="l" eaLnBrk="1" hangingPunct="1"/>
            <a:r>
              <a:rPr lang="en-US" altLang="ko-KR" sz="4000">
                <a:solidFill>
                  <a:schemeClr val="bg1"/>
                </a:solidFill>
                <a:ea typeface="굴림" panose="020B0600000101010101" pitchFamily="50" charset="-127"/>
              </a:rPr>
              <a:t>Pt. name : (M/y</a:t>
            </a:r>
            <a:r>
              <a:rPr lang="ko-KR" altLang="en-US" sz="4000">
                <a:solidFill>
                  <a:schemeClr val="bg1"/>
                </a:solidFill>
                <a:ea typeface="굴림" panose="020B0600000101010101" pitchFamily="50" charset="-127"/>
              </a:rPr>
              <a:t> </a:t>
            </a:r>
            <a:r>
              <a:rPr lang="en-US" altLang="ko-KR" sz="4000">
                <a:solidFill>
                  <a:schemeClr val="bg1"/>
                </a:solidFill>
                <a:ea typeface="굴림" panose="020B0600000101010101" pitchFamily="50" charset="-127"/>
              </a:rPr>
              <a:t>m)</a:t>
            </a:r>
          </a:p>
          <a:p>
            <a:pPr algn="l" eaLnBrk="1" hangingPunct="1"/>
            <a:endParaRPr lang="en-US" altLang="ko-KR" sz="4000">
              <a:solidFill>
                <a:schemeClr val="bg1"/>
              </a:solidFill>
              <a:ea typeface="굴림" panose="020B0600000101010101" pitchFamily="50" charset="-127"/>
            </a:endParaRPr>
          </a:p>
          <a:p>
            <a:pPr algn="l"/>
            <a:r>
              <a:rPr lang="en-US" altLang="ko-KR">
                <a:solidFill>
                  <a:schemeClr val="bg1"/>
                </a:solidFill>
                <a:ea typeface="굴림" panose="020B0600000101010101" pitchFamily="50" charset="-127"/>
              </a:rPr>
              <a:t>C/C :.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55FA63-2704-4BAF-AAE2-07E04A1116B6}"/>
              </a:ext>
            </a:extLst>
          </p:cNvPr>
          <p:cNvSpPr txBox="1"/>
          <p:nvPr/>
        </p:nvSpPr>
        <p:spPr>
          <a:xfrm>
            <a:off x="9525" y="0"/>
            <a:ext cx="7721600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kumimoji="1" lang="en-US" altLang="ko-KR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PNUDH Orthodontics TOC case presentation</a:t>
            </a:r>
            <a:endParaRPr kumimoji="1" lang="ko-KR" altLang="en-US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그림 2">
            <a:extLst>
              <a:ext uri="{FF2B5EF4-FFF2-40B4-BE49-F238E27FC236}">
                <a16:creationId xmlns:a16="http://schemas.microsoft.com/office/drawing/2014/main" id="{49C8B4C1-A2D3-423F-8706-1DDFA1E14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30" r="29630"/>
          <a:stretch>
            <a:fillRect/>
          </a:stretch>
        </p:blipFill>
        <p:spPr bwMode="auto">
          <a:xfrm>
            <a:off x="0" y="552450"/>
            <a:ext cx="4572000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그림 6">
            <a:extLst>
              <a:ext uri="{FF2B5EF4-FFF2-40B4-BE49-F238E27FC236}">
                <a16:creationId xmlns:a16="http://schemas.microsoft.com/office/drawing/2014/main" id="{68DCF643-5BB2-46ED-A2DD-EEF5137BE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52450"/>
            <a:ext cx="4572000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FD7D19E-0E84-4691-AEC0-5B60F59F1713}"/>
              </a:ext>
            </a:extLst>
          </p:cNvPr>
          <p:cNvSpPr/>
          <p:nvPr/>
        </p:nvSpPr>
        <p:spPr>
          <a:xfrm>
            <a:off x="0" y="6305550"/>
            <a:ext cx="9144000" cy="55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그림 2">
            <a:extLst>
              <a:ext uri="{FF2B5EF4-FFF2-40B4-BE49-F238E27FC236}">
                <a16:creationId xmlns:a16="http://schemas.microsoft.com/office/drawing/2014/main" id="{C002A5F1-91EC-4E1C-A468-9C3E7260B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30" r="29630"/>
          <a:stretch>
            <a:fillRect/>
          </a:stretch>
        </p:blipFill>
        <p:spPr bwMode="auto">
          <a:xfrm>
            <a:off x="0" y="552450"/>
            <a:ext cx="4572000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그림 6">
            <a:extLst>
              <a:ext uri="{FF2B5EF4-FFF2-40B4-BE49-F238E27FC236}">
                <a16:creationId xmlns:a16="http://schemas.microsoft.com/office/drawing/2014/main" id="{BD60DD78-2CAD-43E5-952B-60450B06B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52450"/>
            <a:ext cx="4572000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D17EF49-BB81-4AB5-B334-30F14BD36F12}"/>
              </a:ext>
            </a:extLst>
          </p:cNvPr>
          <p:cNvSpPr/>
          <p:nvPr/>
        </p:nvSpPr>
        <p:spPr>
          <a:xfrm>
            <a:off x="0" y="6305550"/>
            <a:ext cx="9144000" cy="55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그림 2">
            <a:extLst>
              <a:ext uri="{FF2B5EF4-FFF2-40B4-BE49-F238E27FC236}">
                <a16:creationId xmlns:a16="http://schemas.microsoft.com/office/drawing/2014/main" id="{4E6F6770-3B84-4AC8-8838-CEA3EF26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30" r="29630"/>
          <a:stretch>
            <a:fillRect/>
          </a:stretch>
        </p:blipFill>
        <p:spPr bwMode="auto">
          <a:xfrm>
            <a:off x="0" y="552450"/>
            <a:ext cx="4572000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그림 6">
            <a:extLst>
              <a:ext uri="{FF2B5EF4-FFF2-40B4-BE49-F238E27FC236}">
                <a16:creationId xmlns:a16="http://schemas.microsoft.com/office/drawing/2014/main" id="{84E718F7-7C67-49E3-87E5-20A2F593C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52450"/>
            <a:ext cx="4572000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4595A2A-A3B2-4651-9BBD-1AAE69572E2E}"/>
              </a:ext>
            </a:extLst>
          </p:cNvPr>
          <p:cNvSpPr/>
          <p:nvPr/>
        </p:nvSpPr>
        <p:spPr>
          <a:xfrm>
            <a:off x="0" y="6305550"/>
            <a:ext cx="9144000" cy="55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그림 4">
            <a:extLst>
              <a:ext uri="{FF2B5EF4-FFF2-40B4-BE49-F238E27FC236}">
                <a16:creationId xmlns:a16="http://schemas.microsoft.com/office/drawing/2014/main" id="{B09F23AC-A087-4A47-9453-831B6EFFE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" b="14"/>
          <a:stretch>
            <a:fillRect/>
          </a:stretch>
        </p:blipFill>
        <p:spPr bwMode="auto">
          <a:xfrm>
            <a:off x="2289175" y="554038"/>
            <a:ext cx="4572000" cy="630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EDC6B9B-EF71-4E5E-A28D-5CDE386BAA4E}"/>
              </a:ext>
            </a:extLst>
          </p:cNvPr>
          <p:cNvSpPr/>
          <p:nvPr/>
        </p:nvSpPr>
        <p:spPr>
          <a:xfrm>
            <a:off x="0" y="6305550"/>
            <a:ext cx="9144000" cy="55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그림 4">
            <a:extLst>
              <a:ext uri="{FF2B5EF4-FFF2-40B4-BE49-F238E27FC236}">
                <a16:creationId xmlns:a16="http://schemas.microsoft.com/office/drawing/2014/main" id="{1CD33A41-A1B6-4491-99B3-D62AF07F0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" b="14"/>
          <a:stretch>
            <a:fillRect/>
          </a:stretch>
        </p:blipFill>
        <p:spPr bwMode="auto">
          <a:xfrm>
            <a:off x="2289175" y="554038"/>
            <a:ext cx="4572000" cy="630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FBE33FF-DF55-487C-A52E-596BD3D8B6BC}"/>
              </a:ext>
            </a:extLst>
          </p:cNvPr>
          <p:cNvSpPr/>
          <p:nvPr/>
        </p:nvSpPr>
        <p:spPr>
          <a:xfrm>
            <a:off x="0" y="6305550"/>
            <a:ext cx="9144000" cy="55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그림 4">
            <a:extLst>
              <a:ext uri="{FF2B5EF4-FFF2-40B4-BE49-F238E27FC236}">
                <a16:creationId xmlns:a16="http://schemas.microsoft.com/office/drawing/2014/main" id="{D9EF0612-8D3A-4C8E-AB43-45A7180CB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" b="14"/>
          <a:stretch>
            <a:fillRect/>
          </a:stretch>
        </p:blipFill>
        <p:spPr bwMode="auto">
          <a:xfrm>
            <a:off x="2289175" y="554038"/>
            <a:ext cx="4572000" cy="630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04DE48E-00E8-47E9-9A3A-7BBA9FE8AC10}"/>
              </a:ext>
            </a:extLst>
          </p:cNvPr>
          <p:cNvSpPr/>
          <p:nvPr/>
        </p:nvSpPr>
        <p:spPr>
          <a:xfrm>
            <a:off x="0" y="6305550"/>
            <a:ext cx="9144000" cy="55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F7FBE8C-3A73-47C2-95A3-0BB49DBE0D17}"/>
              </a:ext>
            </a:extLst>
          </p:cNvPr>
          <p:cNvGraphicFramePr>
            <a:graphicFrameLocks noGrp="1"/>
          </p:cNvGraphicFramePr>
          <p:nvPr/>
        </p:nvGraphicFramePr>
        <p:xfrm>
          <a:off x="1933575" y="103188"/>
          <a:ext cx="5276850" cy="6632575"/>
        </p:xfrm>
        <a:graphic>
          <a:graphicData uri="http://schemas.openxmlformats.org/drawingml/2006/table">
            <a:tbl>
              <a:tblPr/>
              <a:tblGrid>
                <a:gridCol w="263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51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51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510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6352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굴림" panose="020B0600000101010101" pitchFamily="50" charset="-127"/>
                      </a:endParaRPr>
                    </a:p>
                  </a:txBody>
                  <a:tcPr marL="52431" marR="52431" marT="14490" marB="14490" anchor="ctr" horzOverflow="overflow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pic>
        <p:nvPicPr>
          <p:cNvPr id="13757" name="그림 4">
            <a:extLst>
              <a:ext uri="{FF2B5EF4-FFF2-40B4-BE49-F238E27FC236}">
                <a16:creationId xmlns:a16="http://schemas.microsoft.com/office/drawing/2014/main" id="{29516F85-D268-4B61-935C-A06546461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" b="14"/>
          <a:stretch>
            <a:fillRect/>
          </a:stretch>
        </p:blipFill>
        <p:spPr bwMode="auto">
          <a:xfrm>
            <a:off x="2289175" y="554038"/>
            <a:ext cx="4572000" cy="630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721995A-0A1D-421E-8F97-AABA60C84446}"/>
              </a:ext>
            </a:extLst>
          </p:cNvPr>
          <p:cNvSpPr/>
          <p:nvPr/>
        </p:nvSpPr>
        <p:spPr>
          <a:xfrm>
            <a:off x="0" y="6305550"/>
            <a:ext cx="9144000" cy="55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 panose="020B0600000101010101" pitchFamily="50" charset="-127"/>
            </a:endParaRPr>
          </a:p>
        </p:txBody>
      </p:sp>
      <p:pic>
        <p:nvPicPr>
          <p:cNvPr id="13759" name="그림 4">
            <a:extLst>
              <a:ext uri="{FF2B5EF4-FFF2-40B4-BE49-F238E27FC236}">
                <a16:creationId xmlns:a16="http://schemas.microsoft.com/office/drawing/2014/main" id="{BE7B8C9A-6701-4570-914C-20FAE835C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4288"/>
            <a:ext cx="4951412" cy="682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77E3F4D-2F86-4FB1-9FBF-162ADEE77EDD}"/>
              </a:ext>
            </a:extLst>
          </p:cNvPr>
          <p:cNvCxnSpPr>
            <a:cxnSpLocks/>
          </p:cNvCxnSpPr>
          <p:nvPr/>
        </p:nvCxnSpPr>
        <p:spPr>
          <a:xfrm>
            <a:off x="4573588" y="-95250"/>
            <a:ext cx="0" cy="74072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F4BF92B-F491-4579-83AD-1604E73267B3}"/>
              </a:ext>
            </a:extLst>
          </p:cNvPr>
          <p:cNvCxnSpPr>
            <a:cxnSpLocks/>
          </p:cNvCxnSpPr>
          <p:nvPr/>
        </p:nvCxnSpPr>
        <p:spPr>
          <a:xfrm>
            <a:off x="4879975" y="-146050"/>
            <a:ext cx="0" cy="730726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4D10392-6AA6-4BC1-A6C6-3FF146B2B073}"/>
              </a:ext>
            </a:extLst>
          </p:cNvPr>
          <p:cNvCxnSpPr>
            <a:cxnSpLocks/>
          </p:cNvCxnSpPr>
          <p:nvPr/>
        </p:nvCxnSpPr>
        <p:spPr>
          <a:xfrm>
            <a:off x="5372100" y="-147638"/>
            <a:ext cx="0" cy="720725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B8BB872-B1C5-438D-B840-DD93EFE3C796}"/>
              </a:ext>
            </a:extLst>
          </p:cNvPr>
          <p:cNvCxnSpPr>
            <a:cxnSpLocks/>
          </p:cNvCxnSpPr>
          <p:nvPr/>
        </p:nvCxnSpPr>
        <p:spPr>
          <a:xfrm>
            <a:off x="4279900" y="-146050"/>
            <a:ext cx="0" cy="72929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210678C-8940-42B0-8AF7-F4F2DF108A47}"/>
              </a:ext>
            </a:extLst>
          </p:cNvPr>
          <p:cNvCxnSpPr>
            <a:cxnSpLocks/>
          </p:cNvCxnSpPr>
          <p:nvPr/>
        </p:nvCxnSpPr>
        <p:spPr>
          <a:xfrm>
            <a:off x="3798888" y="-147638"/>
            <a:ext cx="0" cy="729297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6BE6D9F-E97D-4132-A8A9-2BC0C2FD66E2}"/>
              </a:ext>
            </a:extLst>
          </p:cNvPr>
          <p:cNvCxnSpPr>
            <a:cxnSpLocks/>
          </p:cNvCxnSpPr>
          <p:nvPr/>
        </p:nvCxnSpPr>
        <p:spPr>
          <a:xfrm>
            <a:off x="6083300" y="-58738"/>
            <a:ext cx="0" cy="728345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5EC695E-A161-4559-A978-4AF01E5AD77B}"/>
              </a:ext>
            </a:extLst>
          </p:cNvPr>
          <p:cNvCxnSpPr/>
          <p:nvPr/>
        </p:nvCxnSpPr>
        <p:spPr>
          <a:xfrm>
            <a:off x="4043363" y="2130425"/>
            <a:ext cx="0" cy="2232025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B65ED50-6E81-4F97-9634-59856D62D2C5}"/>
              </a:ext>
            </a:extLst>
          </p:cNvPr>
          <p:cNvCxnSpPr>
            <a:cxnSpLocks/>
          </p:cNvCxnSpPr>
          <p:nvPr/>
        </p:nvCxnSpPr>
        <p:spPr>
          <a:xfrm>
            <a:off x="5097463" y="2098675"/>
            <a:ext cx="0" cy="2232025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32697B0-0C36-4BDE-B3F7-76E02191AB3B}"/>
              </a:ext>
            </a:extLst>
          </p:cNvPr>
          <p:cNvCxnSpPr/>
          <p:nvPr/>
        </p:nvCxnSpPr>
        <p:spPr>
          <a:xfrm>
            <a:off x="1690688" y="1354138"/>
            <a:ext cx="5761037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F0800E5-3067-4E83-B333-F51B5670E381}"/>
              </a:ext>
            </a:extLst>
          </p:cNvPr>
          <p:cNvCxnSpPr>
            <a:cxnSpLocks/>
          </p:cNvCxnSpPr>
          <p:nvPr/>
        </p:nvCxnSpPr>
        <p:spPr>
          <a:xfrm flipV="1">
            <a:off x="1671638" y="2271713"/>
            <a:ext cx="5768975" cy="2381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C79A913-D0AF-4F96-90D8-87C993093F1D}"/>
              </a:ext>
            </a:extLst>
          </p:cNvPr>
          <p:cNvCxnSpPr/>
          <p:nvPr/>
        </p:nvCxnSpPr>
        <p:spPr>
          <a:xfrm>
            <a:off x="1668463" y="3355975"/>
            <a:ext cx="575945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0E8A2CD-C56F-4DAB-8F4E-3CCD787B4417}"/>
              </a:ext>
            </a:extLst>
          </p:cNvPr>
          <p:cNvCxnSpPr>
            <a:cxnSpLocks/>
          </p:cNvCxnSpPr>
          <p:nvPr/>
        </p:nvCxnSpPr>
        <p:spPr>
          <a:xfrm>
            <a:off x="1643063" y="4478338"/>
            <a:ext cx="585946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AB140C4-4C3B-4780-82E5-FE0D9EF49ACA}"/>
              </a:ext>
            </a:extLst>
          </p:cNvPr>
          <p:cNvCxnSpPr/>
          <p:nvPr/>
        </p:nvCxnSpPr>
        <p:spPr>
          <a:xfrm>
            <a:off x="1679575" y="3754438"/>
            <a:ext cx="5761038" cy="0"/>
          </a:xfrm>
          <a:prstGeom prst="line">
            <a:avLst/>
          </a:prstGeom>
          <a:ln w="190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72C480C-27E1-4D2C-A700-EC8FA3825413}"/>
              </a:ext>
            </a:extLst>
          </p:cNvPr>
          <p:cNvCxnSpPr>
            <a:cxnSpLocks/>
          </p:cNvCxnSpPr>
          <p:nvPr/>
        </p:nvCxnSpPr>
        <p:spPr>
          <a:xfrm>
            <a:off x="3003550" y="-203200"/>
            <a:ext cx="0" cy="740251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그림 4">
            <a:extLst>
              <a:ext uri="{FF2B5EF4-FFF2-40B4-BE49-F238E27FC236}">
                <a16:creationId xmlns:a16="http://schemas.microsoft.com/office/drawing/2014/main" id="{E74256A8-3EF3-4169-9F37-31533CBEA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4288"/>
            <a:ext cx="4951412" cy="682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그림 4">
            <a:extLst>
              <a:ext uri="{FF2B5EF4-FFF2-40B4-BE49-F238E27FC236}">
                <a16:creationId xmlns:a16="http://schemas.microsoft.com/office/drawing/2014/main" id="{B4F57BD1-F9E7-434E-BDA7-A4AB69AA2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" b="14"/>
          <a:stretch>
            <a:fillRect/>
          </a:stretch>
        </p:blipFill>
        <p:spPr bwMode="auto">
          <a:xfrm>
            <a:off x="2289175" y="554038"/>
            <a:ext cx="4572000" cy="630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0F9F554-F019-44EC-91CB-BA6676DC6783}"/>
              </a:ext>
            </a:extLst>
          </p:cNvPr>
          <p:cNvSpPr/>
          <p:nvPr/>
        </p:nvSpPr>
        <p:spPr>
          <a:xfrm>
            <a:off x="0" y="6305550"/>
            <a:ext cx="9144000" cy="55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 panose="020B0600000101010101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0252309-F16F-4C3E-9E83-B6BE835B4075}"/>
              </a:ext>
            </a:extLst>
          </p:cNvPr>
          <p:cNvCxnSpPr/>
          <p:nvPr/>
        </p:nvCxnSpPr>
        <p:spPr>
          <a:xfrm>
            <a:off x="2800350" y="2638425"/>
            <a:ext cx="38877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9B53515-7607-4230-A9CF-51A7EDDD020F}"/>
              </a:ext>
            </a:extLst>
          </p:cNvPr>
          <p:cNvCxnSpPr>
            <a:cxnSpLocks/>
          </p:cNvCxnSpPr>
          <p:nvPr/>
        </p:nvCxnSpPr>
        <p:spPr>
          <a:xfrm>
            <a:off x="4568825" y="358775"/>
            <a:ext cx="0" cy="34067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E5AD0FD-7048-4415-BD70-3D3700671570}"/>
              </a:ext>
            </a:extLst>
          </p:cNvPr>
          <p:cNvCxnSpPr>
            <a:cxnSpLocks/>
          </p:cNvCxnSpPr>
          <p:nvPr/>
        </p:nvCxnSpPr>
        <p:spPr>
          <a:xfrm>
            <a:off x="2700338" y="3746500"/>
            <a:ext cx="378142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77289D4-F981-4159-BE4E-BC710808FCA6}"/>
              </a:ext>
            </a:extLst>
          </p:cNvPr>
          <p:cNvCxnSpPr>
            <a:cxnSpLocks/>
          </p:cNvCxnSpPr>
          <p:nvPr/>
        </p:nvCxnSpPr>
        <p:spPr>
          <a:xfrm flipH="1" flipV="1">
            <a:off x="4576763" y="3694113"/>
            <a:ext cx="168275" cy="257016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내용 개체 틀 2">
            <a:extLst>
              <a:ext uri="{FF2B5EF4-FFF2-40B4-BE49-F238E27FC236}">
                <a16:creationId xmlns:a16="http://schemas.microsoft.com/office/drawing/2014/main" id="{A9FE141B-F2B7-4081-9D74-20DB1910CC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400" y="20638"/>
            <a:ext cx="9093200" cy="6816725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내용 개체 틀 2">
            <a:extLst>
              <a:ext uri="{FF2B5EF4-FFF2-40B4-BE49-F238E27FC236}">
                <a16:creationId xmlns:a16="http://schemas.microsoft.com/office/drawing/2014/main" id="{BB7D6E2B-5873-4000-A626-CFD43E2EB8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400" y="20638"/>
            <a:ext cx="9093200" cy="6816725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내용 개체 틀 2">
            <a:extLst>
              <a:ext uri="{FF2B5EF4-FFF2-40B4-BE49-F238E27FC236}">
                <a16:creationId xmlns:a16="http://schemas.microsoft.com/office/drawing/2014/main" id="{23438714-6A6C-4C19-AF34-22C17C5156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400" y="20638"/>
            <a:ext cx="9093200" cy="6816725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내용 개체 틀 2">
            <a:extLst>
              <a:ext uri="{FF2B5EF4-FFF2-40B4-BE49-F238E27FC236}">
                <a16:creationId xmlns:a16="http://schemas.microsoft.com/office/drawing/2014/main" id="{F235BB9E-9316-459B-8954-7F605D3108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400" y="20638"/>
            <a:ext cx="9093200" cy="6816725"/>
          </a:xfr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9AF1442-CB6E-4B10-A2F0-838DB8B19479}"/>
              </a:ext>
            </a:extLst>
          </p:cNvPr>
          <p:cNvGraphicFramePr>
            <a:graphicFrameLocks noGrp="1"/>
          </p:cNvGraphicFramePr>
          <p:nvPr/>
        </p:nvGraphicFramePr>
        <p:xfrm>
          <a:off x="331788" y="-20638"/>
          <a:ext cx="8480425" cy="6888163"/>
        </p:xfrm>
        <a:graphic>
          <a:graphicData uri="http://schemas.openxmlformats.org/drawingml/2006/table">
            <a:tbl>
              <a:tblPr/>
              <a:tblGrid>
                <a:gridCol w="424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35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BA4DAD6-D1F2-4071-91BA-9AA0460AD54C}"/>
              </a:ext>
            </a:extLst>
          </p:cNvPr>
          <p:cNvCxnSpPr>
            <a:cxnSpLocks/>
          </p:cNvCxnSpPr>
          <p:nvPr/>
        </p:nvCxnSpPr>
        <p:spPr>
          <a:xfrm>
            <a:off x="4572000" y="-247650"/>
            <a:ext cx="0" cy="7515225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034F094-5A10-4D66-810B-070C0CE9FA45}"/>
              </a:ext>
            </a:extLst>
          </p:cNvPr>
          <p:cNvCxnSpPr>
            <a:cxnSpLocks/>
          </p:cNvCxnSpPr>
          <p:nvPr/>
        </p:nvCxnSpPr>
        <p:spPr>
          <a:xfrm>
            <a:off x="0" y="4810125"/>
            <a:ext cx="91440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718D799-8E65-47AA-B194-F8FCD07E3DD8}"/>
              </a:ext>
            </a:extLst>
          </p:cNvPr>
          <p:cNvGraphicFramePr>
            <a:graphicFrameLocks noGrp="1"/>
          </p:cNvGraphicFramePr>
          <p:nvPr/>
        </p:nvGraphicFramePr>
        <p:xfrm>
          <a:off x="331788" y="-20638"/>
          <a:ext cx="8480425" cy="6888163"/>
        </p:xfrm>
        <a:graphic>
          <a:graphicData uri="http://schemas.openxmlformats.org/drawingml/2006/table">
            <a:tbl>
              <a:tblPr/>
              <a:tblGrid>
                <a:gridCol w="424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2402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35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42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2413" marR="52413" marT="14492" marB="14492" anchor="ctr">
                    <a:lnL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4A64EA5-BD0A-42E3-9AA0-F676A40AAA78}"/>
              </a:ext>
            </a:extLst>
          </p:cNvPr>
          <p:cNvCxnSpPr>
            <a:cxnSpLocks/>
          </p:cNvCxnSpPr>
          <p:nvPr/>
        </p:nvCxnSpPr>
        <p:spPr>
          <a:xfrm>
            <a:off x="0" y="2054225"/>
            <a:ext cx="91440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64B8B05-EC97-463A-B083-0D125F631613}"/>
              </a:ext>
            </a:extLst>
          </p:cNvPr>
          <p:cNvCxnSpPr>
            <a:cxnSpLocks/>
          </p:cNvCxnSpPr>
          <p:nvPr/>
        </p:nvCxnSpPr>
        <p:spPr>
          <a:xfrm>
            <a:off x="4572000" y="-247650"/>
            <a:ext cx="0" cy="7515225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24115</TotalTime>
  <Words>1671</Words>
  <Application>Microsoft Office PowerPoint</Application>
  <PresentationFormat>화면 슬라이드 쇼(4:3)</PresentationFormat>
  <Paragraphs>291</Paragraphs>
  <Slides>30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맑은 고딕</vt:lpstr>
      <vt:lpstr>Arial</vt:lpstr>
      <vt:lpstr>굴림</vt:lpstr>
      <vt:lpstr>바탕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KIM</cp:lastModifiedBy>
  <cp:revision>454</cp:revision>
  <dcterms:created xsi:type="dcterms:W3CDTF">2020-02-19T16:05:44Z</dcterms:created>
  <dcterms:modified xsi:type="dcterms:W3CDTF">2026-07-31T01:40:33Z</dcterms:modified>
</cp:coreProperties>
</file>